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Idea (Simple Explanation)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The problem today</a:t>
            </a:r>
          </a:p>
          <a:p>
            <a:pPr lvl="1"/>
            <a:r>
              <a:t>Reviewing old SP7 service contracts is fully manual</a:t>
            </a:r>
          </a:p>
          <a:p>
            <a:pPr lvl="1"/>
            <a:r>
              <a:t>Each contract takes hours to read; details are easy to miss</a:t>
            </a:r>
          </a:p>
          <a:p>
            <a:pPr lvl="1"/>
            <a:r>
              <a:t>No central overview of what we have signed</a:t>
            </a:r>
          </a:p>
          <a:p>
            <a:pPr/>
            <a:r>
              <a:t>My solution</a:t>
            </a:r>
          </a:p>
          <a:p>
            <a:pPr lvl="1"/>
            <a:r>
              <a:t>Automatically read each contract (PDF or Word)</a:t>
            </a:r>
          </a:p>
          <a:p>
            <a:pPr lvl="1"/>
            <a:r>
              <a:t>Pull out the key information we care about</a:t>
            </a:r>
          </a:p>
          <a:p>
            <a:pPr lvl="1"/>
            <a:r>
              <a:t>Write it into a single Excel table, ready for KPI tracking</a:t>
            </a:r>
          </a:p>
          <a:p>
            <a:pPr/>
            <a:r>
              <a:t>The value</a:t>
            </a:r>
          </a:p>
          <a:p>
            <a:pPr lvl="1"/>
            <a:r>
              <a:t>Saves significant manual review time</a:t>
            </a:r>
          </a:p>
          <a:p>
            <a:pPr lvl="1"/>
            <a:r>
              <a:t>One clear overview across all contracts</a:t>
            </a:r>
          </a:p>
          <a:p>
            <a:pPr lvl="1"/>
            <a:r>
              <a:t>Faster, more reliable KPI tracking (SLAs, costs, renewals, risks)</a:t>
            </a:r>
          </a:p>
          <a:p>
            <a:pPr lvl="1"/>
            <a:r>
              <a:t>Every answer is backed by the exact quote from the contract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Why we cannot use SiemensGPT today</a:t>
            </a:r>
          </a:p>
          <a:p>
            <a:pPr lvl="1"/>
            <a:r>
              <a:t>SiemensGPT has no API — we cannot send it many contracts automatically</a:t>
            </a:r>
          </a:p>
          <a:p>
            <a:pPr lvl="1"/>
            <a:r>
              <a:t>It is not approved for confidential contract content</a:t>
            </a:r>
          </a:p>
          <a:p>
            <a:pPr/>
            <a:r>
              <a:t>Why we cannot freely use external AI tools</a:t>
            </a:r>
          </a:p>
          <a:p>
            <a:pPr lvl="1"/>
            <a:r>
              <a:t>Contracts contain confidential commercial data</a:t>
            </a:r>
          </a:p>
          <a:p>
            <a:pPr lvl="1"/>
            <a:r>
              <a:t>Sending them to external AI services needs data-security approval</a:t>
            </a:r>
          </a:p>
          <a:p>
            <a:pPr lvl="1"/>
            <a:r>
              <a:t>We must stay compliant with Siemens information-security rules</a:t>
            </a:r>
          </a:p>
          <a:p>
            <a:pPr/>
            <a:r>
              <a:t>Proposed next steps</a:t>
            </a:r>
          </a:p>
          <a:p>
            <a:pPr lvl="1"/>
            <a:r>
              <a:t>Prove the idea on non-sensitive or sample contracts first</a:t>
            </a:r>
          </a:p>
          <a:p>
            <a:pPr lvl="1"/>
            <a:r>
              <a:t>Engage IT and InfoSec early to confirm what tools are approved</a:t>
            </a:r>
          </a:p>
          <a:p>
            <a:pPr lvl="1"/>
            <a:r>
              <a:t>Identify a secure, Siemens-approved AI option for production use</a:t>
            </a:r>
          </a:p>
          <a:p>
            <a:pPr lvl="1"/>
            <a:r>
              <a:t>Once approved, scale to all SP7 contracts and beyond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